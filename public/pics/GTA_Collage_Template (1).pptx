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29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8AEECCF1-2E9E-EA63-B236-10F368C906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41" r="1" b="1"/>
          <a:stretch>
            <a:fillRect/>
          </a:stretch>
        </p:blipFill>
        <p:spPr>
          <a:xfrm>
            <a:off x="6172312" y="369398"/>
            <a:ext cx="5355168" cy="3489686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920044"/>
                </a:lnTo>
                <a:lnTo>
                  <a:pt x="2469659" y="3920044"/>
                </a:lnTo>
                <a:lnTo>
                  <a:pt x="2469659" y="3103224"/>
                </a:lnTo>
                <a:lnTo>
                  <a:pt x="0" y="3103224"/>
                </a:lnTo>
                <a:close/>
              </a:path>
            </a:pathLst>
          </a:cu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89A77BD0-414E-1583-1537-6A6AF62C1D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58" r="-2" b="27859"/>
          <a:stretch>
            <a:fillRect/>
          </a:stretch>
        </p:blipFill>
        <p:spPr>
          <a:xfrm>
            <a:off x="631972" y="4050929"/>
            <a:ext cx="3147199" cy="2481949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9D9621F6-1DD9-1170-3844-1AB313F0B3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924" r="13481" b="-2"/>
          <a:stretch>
            <a:fillRect/>
          </a:stretch>
        </p:blipFill>
        <p:spPr>
          <a:xfrm>
            <a:off x="3948057" y="3327360"/>
            <a:ext cx="4263338" cy="320551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CA6E555D-90A4-3BD7-AC36-A757BF6A01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" b="3101"/>
          <a:stretch>
            <a:fillRect/>
          </a:stretch>
        </p:blipFill>
        <p:spPr>
          <a:xfrm>
            <a:off x="631972" y="369398"/>
            <a:ext cx="5355168" cy="3489686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103224"/>
                </a:lnTo>
                <a:lnTo>
                  <a:pt x="3545908" y="3103224"/>
                </a:lnTo>
                <a:lnTo>
                  <a:pt x="3545908" y="3920044"/>
                </a:lnTo>
                <a:lnTo>
                  <a:pt x="0" y="3920044"/>
                </a:lnTo>
                <a:close/>
              </a:path>
            </a:pathLst>
          </a:cu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1B5881B1-2C12-3FF6-1766-EDC48B31FB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7765" r="-4" b="13261"/>
          <a:stretch>
            <a:fillRect/>
          </a:stretch>
        </p:blipFill>
        <p:spPr>
          <a:xfrm>
            <a:off x="8370908" y="4050928"/>
            <a:ext cx="3156572" cy="2481950"/>
          </a:xfrm>
          <a:prstGeom prst="rect">
            <a:avLst/>
          </a:prstGeom>
        </p:spPr>
      </p:pic>
      <p:sp>
        <p:nvSpPr>
          <p:cNvPr id="103" name="Shape 63">
            <a:extLst>
              <a:ext uri="{FF2B5EF4-FFF2-40B4-BE49-F238E27FC236}">
                <a16:creationId xmlns:a16="http://schemas.microsoft.com/office/drawing/2014/main" id="{F04B5767-FDAB-92C0-7065-C7C928ECE114}"/>
              </a:ext>
            </a:extLst>
          </p:cNvPr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889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68">
            <a:extLst>
              <a:ext uri="{FF2B5EF4-FFF2-40B4-BE49-F238E27FC236}">
                <a16:creationId xmlns:a16="http://schemas.microsoft.com/office/drawing/2014/main" id="{F613FCA3-17F2-5795-714B-37E025208460}"/>
              </a:ext>
            </a:extLst>
          </p:cNvPr>
          <p:cNvSpPr/>
          <p:nvPr/>
        </p:nvSpPr>
        <p:spPr>
          <a:xfrm>
            <a:off x="490520" y="6660894"/>
            <a:ext cx="256032" cy="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69">
            <a:extLst>
              <a:ext uri="{FF2B5EF4-FFF2-40B4-BE49-F238E27FC236}">
                <a16:creationId xmlns:a16="http://schemas.microsoft.com/office/drawing/2014/main" id="{F3E8DD24-E3AE-A60A-5CAE-422760CB2C1D}"/>
              </a:ext>
            </a:extLst>
          </p:cNvPr>
          <p:cNvSpPr/>
          <p:nvPr/>
        </p:nvSpPr>
        <p:spPr>
          <a:xfrm>
            <a:off x="490520" y="6404862"/>
            <a:ext cx="0" cy="256032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70">
            <a:extLst>
              <a:ext uri="{FF2B5EF4-FFF2-40B4-BE49-F238E27FC236}">
                <a16:creationId xmlns:a16="http://schemas.microsoft.com/office/drawing/2014/main" id="{045319EC-1710-3E35-20D4-F9085ECBDC94}"/>
              </a:ext>
            </a:extLst>
          </p:cNvPr>
          <p:cNvSpPr/>
          <p:nvPr/>
        </p:nvSpPr>
        <p:spPr>
          <a:xfrm>
            <a:off x="11393797" y="6683662"/>
            <a:ext cx="256032" cy="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71">
            <a:extLst>
              <a:ext uri="{FF2B5EF4-FFF2-40B4-BE49-F238E27FC236}">
                <a16:creationId xmlns:a16="http://schemas.microsoft.com/office/drawing/2014/main" id="{4F2EBC7C-BD16-A069-56E6-E48DB5A5E009}"/>
              </a:ext>
            </a:extLst>
          </p:cNvPr>
          <p:cNvSpPr/>
          <p:nvPr/>
        </p:nvSpPr>
        <p:spPr>
          <a:xfrm>
            <a:off x="11649829" y="6427630"/>
            <a:ext cx="0" cy="256032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64">
            <a:extLst>
              <a:ext uri="{FF2B5EF4-FFF2-40B4-BE49-F238E27FC236}">
                <a16:creationId xmlns:a16="http://schemas.microsoft.com/office/drawing/2014/main" id="{79ED74FB-3750-A9F6-AE5E-EADA3227222D}"/>
              </a:ext>
            </a:extLst>
          </p:cNvPr>
          <p:cNvSpPr/>
          <p:nvPr/>
        </p:nvSpPr>
        <p:spPr>
          <a:xfrm>
            <a:off x="490520" y="271707"/>
            <a:ext cx="256032" cy="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65">
            <a:extLst>
              <a:ext uri="{FF2B5EF4-FFF2-40B4-BE49-F238E27FC236}">
                <a16:creationId xmlns:a16="http://schemas.microsoft.com/office/drawing/2014/main" id="{601A2EAE-F3D4-5D92-45FC-071567BF6037}"/>
              </a:ext>
            </a:extLst>
          </p:cNvPr>
          <p:cNvSpPr/>
          <p:nvPr/>
        </p:nvSpPr>
        <p:spPr>
          <a:xfrm>
            <a:off x="490520" y="271707"/>
            <a:ext cx="0" cy="256032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66">
            <a:extLst>
              <a:ext uri="{FF2B5EF4-FFF2-40B4-BE49-F238E27FC236}">
                <a16:creationId xmlns:a16="http://schemas.microsoft.com/office/drawing/2014/main" id="{16F694DF-33AC-27F0-0B7A-E2C4DAD50310}"/>
              </a:ext>
            </a:extLst>
          </p:cNvPr>
          <p:cNvSpPr/>
          <p:nvPr/>
        </p:nvSpPr>
        <p:spPr>
          <a:xfrm>
            <a:off x="11393797" y="251553"/>
            <a:ext cx="256032" cy="0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67">
            <a:extLst>
              <a:ext uri="{FF2B5EF4-FFF2-40B4-BE49-F238E27FC236}">
                <a16:creationId xmlns:a16="http://schemas.microsoft.com/office/drawing/2014/main" id="{70092979-5034-F7CF-2F3F-22099A9D6EA6}"/>
              </a:ext>
            </a:extLst>
          </p:cNvPr>
          <p:cNvSpPr/>
          <p:nvPr/>
        </p:nvSpPr>
        <p:spPr>
          <a:xfrm>
            <a:off x="11649829" y="251553"/>
            <a:ext cx="0" cy="256032"/>
          </a:xfrm>
          <a:prstGeom prst="line">
            <a:avLst/>
          </a:prstGeom>
          <a:noFill/>
          <a:ln w="381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Eric Jonathan</cp:lastModifiedBy>
  <cp:revision>2</cp:revision>
  <dcterms:created xsi:type="dcterms:W3CDTF">2026-06-15T10:40:27Z</dcterms:created>
  <dcterms:modified xsi:type="dcterms:W3CDTF">2026-06-15T11:16:34Z</dcterms:modified>
</cp:coreProperties>
</file>